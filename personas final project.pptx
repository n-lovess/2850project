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7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33B0-82C2-2B02-455F-5B85F1026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EBFEA-B49E-FC11-4745-47E2B8108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271A4-3669-63AD-8109-0AE3B2EF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613C-8095-85CF-C962-FACF87CF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97289-BAED-406E-5FF8-A7AD50A0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6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7547-5988-DA16-75C1-698BCE86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0FC8-BEAB-E110-9BE6-8E2D45A94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412B-2C72-9CFF-1E4E-0C08D525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AAEB8-7160-6046-4D36-E72C0E93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B0FB2-3A53-0834-2DBC-B9CB97B3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4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33AF-64F9-A29F-CC5E-48679511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43577-2A2B-3F6F-03BD-6A0E967FF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4EC61-39CC-9709-7D2D-EDB92FC6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AD5B4-F00D-9B05-957F-F8160B39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8ADA1-95B5-FEE8-C7A8-33E2521F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9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0360-3377-2056-9F91-72C9CB7C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C992A-6B07-1C5C-CAA1-FF9E6E352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9ED02-53A8-B867-7F3B-934EC7363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D4D5F-24EF-9B80-E1CD-682FD284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5D95C-471A-FE85-18B9-93A560AA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0F4E4-DA46-821B-0C0A-7BD9814A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2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1E58-CFAE-8C95-CF53-459CE8E5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E2E46-2154-1A99-4DC3-13DDC056E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61369-2874-FE7C-D955-4339E8C07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AFFD8-C9AE-26D2-E254-7B7585446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57D9F-A14B-942D-AE94-71C162826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B0E0EC-6B24-C385-EBC2-EB975920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2CA13-8320-D6A4-DC7A-5D5A1757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EB74C-FAE2-0E11-243B-1BFCC065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5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F286-2685-75B5-C905-C236844D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6AB9C0-3714-3F77-1A84-B6DA8022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DF091-1F13-165C-B81A-99667993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9AFE8-1327-2AC4-AF46-CA10EF70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7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ADB49-2875-29C0-9765-66ECB8BC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0FD43-F2F8-D995-71A9-F9D5F365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D82D5-1F1F-FEC7-3F80-FA9B2279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4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545C5-48F3-6FDB-B932-57130BDE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5C31-6BBC-E452-281B-E9DB8AA13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32AAD-215D-C3CE-465D-CB60A5D6A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65DA7-8902-ACEB-2590-075E04FF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16E60-A96F-6606-F5A7-7C6C30EB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8DF5F-6E2A-6299-2C3F-9B290AAC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7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B0CB-7CE6-3FD4-033D-0368D9E1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0C60F-1476-031B-97E2-07C868DA0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4DEE4-FADF-317C-F2AB-6D9A62356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9A345-9D13-58EA-5FE3-5C21D36E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9F8C7-9910-4E5E-B975-1719ABEB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136FD-0968-9F45-B0EC-F14C5B99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7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B5BF-AD05-1A78-17FB-A68CFD73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621DD-9A8A-B38B-87C5-2C20FB1AD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14994-7F71-3CEF-4438-2A48B6FB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A15D-CB6E-74CA-B642-1026CF1F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20C45-EDD2-E9F2-2ABC-A3AD8E37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23DFB-502F-71D0-6420-B9F89E5C7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4C569-1C63-8D30-58D9-ED3E9C3AE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9B279-3E0C-4134-A561-F67509B2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ECB3D-BBC8-323A-0507-5487D8B5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B01EA-C1F8-CE74-DD6E-81783E3D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7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9D297A-2737-7282-C253-71CDED58C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C0BF8-D747-C6D7-3EFA-EB94CEC28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9FAA6-0060-BF26-6F46-A241CD088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7D723-E61F-354B-A127-E7343244D7C1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0CBD7-77C3-EE1F-C80C-58F9D6D45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59476-BC7F-21B5-EFF4-B7CA689E3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8EDBE-8D9F-7E42-B2AB-384DC35D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4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A5D465-4B19-2D7B-53E8-90D829034149}"/>
              </a:ext>
            </a:extLst>
          </p:cNvPr>
          <p:cNvSpPr/>
          <p:nvPr/>
        </p:nvSpPr>
        <p:spPr>
          <a:xfrm>
            <a:off x="5935743" y="0"/>
            <a:ext cx="6913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25A5F-E8C2-4652-59CA-CDAC2E56A526}"/>
              </a:ext>
            </a:extLst>
          </p:cNvPr>
          <p:cNvSpPr/>
          <p:nvPr/>
        </p:nvSpPr>
        <p:spPr>
          <a:xfrm rot="5400000">
            <a:off x="6058293" y="-2909741"/>
            <a:ext cx="75415" cy="121920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9EB35-F90E-D939-94CC-B9675B2572E7}"/>
              </a:ext>
            </a:extLst>
          </p:cNvPr>
          <p:cNvSpPr txBox="1"/>
          <p:nvPr/>
        </p:nvSpPr>
        <p:spPr>
          <a:xfrm>
            <a:off x="0" y="0"/>
            <a:ext cx="59263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Context &amp; Role</a:t>
            </a:r>
          </a:p>
          <a:p>
            <a:endParaRPr lang="en-GB" dirty="0"/>
          </a:p>
          <a:p>
            <a:r>
              <a:rPr lang="en-US" dirty="0"/>
              <a:t>Billie. 24 year old English girl who works as a tour guide. Her job requires her to travel frequently to different destinations, often with last-minute schedule changes. She needs a reliable way to manage and adjust her flights quickly while on the move.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BDCFB-36BB-3229-06E9-C5E491B0884A}"/>
              </a:ext>
            </a:extLst>
          </p:cNvPr>
          <p:cNvSpPr txBox="1"/>
          <p:nvPr/>
        </p:nvSpPr>
        <p:spPr>
          <a:xfrm>
            <a:off x="-1" y="3216227"/>
            <a:ext cx="59263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Goals &amp; Success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US" dirty="0"/>
              <a:t>Book and manage flights quickly without delays-</a:t>
            </a:r>
          </a:p>
          <a:p>
            <a:pPr marL="285750" indent="-285750">
              <a:buFontTx/>
              <a:buChar char="-"/>
            </a:pPr>
            <a:r>
              <a:rPr lang="en-US" dirty="0"/>
              <a:t>Be able to modify or cancel bookings when tour schedules change</a:t>
            </a:r>
          </a:p>
          <a:p>
            <a:pPr marL="285750" indent="-285750">
              <a:buFontTx/>
              <a:buChar char="-"/>
            </a:pPr>
            <a:r>
              <a:rPr lang="en-US" dirty="0"/>
              <a:t>Have all upcoming trips clearly visible in one place</a:t>
            </a:r>
          </a:p>
          <a:p>
            <a:pPr marL="285750" indent="-285750">
              <a:buFontTx/>
              <a:buChar char="-"/>
            </a:pPr>
            <a:r>
              <a:rPr lang="en-US" dirty="0"/>
              <a:t>Minimal time spent managing travel</a:t>
            </a:r>
          </a:p>
          <a:p>
            <a:pPr marL="285750" indent="-285750">
              <a:buFontTx/>
              <a:buChar char="-"/>
            </a:pPr>
            <a:r>
              <a:rPr lang="en-US" dirty="0"/>
              <a:t>Success is being able to update or check her travel plans in minutes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6E8F6-A059-BF3F-92A9-4EADBBC621D0}"/>
              </a:ext>
            </a:extLst>
          </p:cNvPr>
          <p:cNvSpPr txBox="1"/>
          <p:nvPr/>
        </p:nvSpPr>
        <p:spPr>
          <a:xfrm>
            <a:off x="5970308" y="3244334"/>
            <a:ext cx="59263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Constraints &amp; Non-Goals</a:t>
            </a:r>
          </a:p>
          <a:p>
            <a:endParaRPr lang="en-GB" dirty="0"/>
          </a:p>
          <a:p>
            <a:r>
              <a:rPr lang="en-US" dirty="0"/>
              <a:t>Constraints:</a:t>
            </a:r>
          </a:p>
          <a:p>
            <a:pPr marL="285750" indent="-285750">
              <a:buFontTx/>
              <a:buChar char="-"/>
            </a:pPr>
            <a:r>
              <a:rPr lang="en-US" dirty="0"/>
              <a:t>Limited time due to busy travel schedules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Often booking while travelling with unstable internet</a:t>
            </a:r>
          </a:p>
          <a:p>
            <a:pPr marL="285750" indent="-285750">
              <a:buFontTx/>
              <a:buChar char="-"/>
            </a:pPr>
            <a:r>
              <a:rPr lang="en-US" dirty="0"/>
              <a:t>Needs quick access from mobile</a:t>
            </a:r>
          </a:p>
          <a:p>
            <a:r>
              <a:rPr lang="en-US" dirty="0"/>
              <a:t>Non-Goals:</a:t>
            </a:r>
          </a:p>
          <a:p>
            <a:pPr marL="285750" indent="-285750">
              <a:buFontTx/>
              <a:buChar char="-"/>
            </a:pPr>
            <a:r>
              <a:rPr lang="en-US" dirty="0"/>
              <a:t>Doesn’t want to browse for deals or spend time comparing unnecessary options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Doesn’t want a complicated or lengthy booking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8E04E-5C3A-54C6-0B5C-B10A9E96EED3}"/>
              </a:ext>
            </a:extLst>
          </p:cNvPr>
          <p:cNvSpPr txBox="1"/>
          <p:nvPr/>
        </p:nvSpPr>
        <p:spPr>
          <a:xfrm>
            <a:off x="6004873" y="-6053"/>
            <a:ext cx="5926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Pain Points</a:t>
            </a:r>
          </a:p>
          <a:p>
            <a:endParaRPr lang="en-GB" dirty="0"/>
          </a:p>
          <a:p>
            <a:r>
              <a:rPr lang="en-US" dirty="0"/>
              <a:t>Changing bookings currently takes too many steps</a:t>
            </a:r>
            <a:br>
              <a:rPr lang="en-US" dirty="0"/>
            </a:br>
            <a:r>
              <a:rPr lang="en-US" dirty="0"/>
              <a:t>Difficult to keep track of multiple upcoming flights</a:t>
            </a:r>
            <a:br>
              <a:rPr lang="en-US" dirty="0"/>
            </a:br>
            <a:r>
              <a:rPr lang="en-US" dirty="0"/>
              <a:t>Lack of clear notifications when changes are confirmed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40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4482DE-08B8-65FC-6D9B-4CC33FD8DB53}"/>
              </a:ext>
            </a:extLst>
          </p:cNvPr>
          <p:cNvSpPr/>
          <p:nvPr/>
        </p:nvSpPr>
        <p:spPr>
          <a:xfrm>
            <a:off x="5935743" y="0"/>
            <a:ext cx="6913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67DAB-CE57-D863-C3DC-629B486DF62C}"/>
              </a:ext>
            </a:extLst>
          </p:cNvPr>
          <p:cNvSpPr/>
          <p:nvPr/>
        </p:nvSpPr>
        <p:spPr>
          <a:xfrm rot="5400000">
            <a:off x="6058293" y="-2909741"/>
            <a:ext cx="75415" cy="121920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53295-75C3-34E9-CE58-7D3CA497D53D}"/>
              </a:ext>
            </a:extLst>
          </p:cNvPr>
          <p:cNvSpPr txBox="1"/>
          <p:nvPr/>
        </p:nvSpPr>
        <p:spPr>
          <a:xfrm>
            <a:off x="0" y="0"/>
            <a:ext cx="59263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Context &amp; Role</a:t>
            </a:r>
          </a:p>
          <a:p>
            <a:endParaRPr lang="en-GB" dirty="0"/>
          </a:p>
          <a:p>
            <a:r>
              <a:rPr lang="en-US" dirty="0"/>
              <a:t>Riley. 19 year old Canadian girl who is a competitive dancer. She travels several times a year to attend competitions in different cities and countries. She usually books her own flights and wants to be sure everything is correct because her schedule is strict.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36C2F-7CD7-31B9-91B8-BF30F8F85B35}"/>
              </a:ext>
            </a:extLst>
          </p:cNvPr>
          <p:cNvSpPr txBox="1"/>
          <p:nvPr/>
        </p:nvSpPr>
        <p:spPr>
          <a:xfrm>
            <a:off x="-1" y="3216227"/>
            <a:ext cx="59263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Goals &amp; Success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US" dirty="0"/>
              <a:t>Compare flight options easily to choose the best one</a:t>
            </a:r>
          </a:p>
          <a:p>
            <a:pPr marL="285750" indent="-285750">
              <a:buFontTx/>
              <a:buChar char="-"/>
            </a:pPr>
            <a:r>
              <a:rPr lang="en-US" dirty="0"/>
              <a:t>Feel confident she has booked the correct dates and times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Receive clear confirmations and reminders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Success is completing a booking without confusion or mistakes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9FCD2-49BE-2E0C-8890-358E32EF193B}"/>
              </a:ext>
            </a:extLst>
          </p:cNvPr>
          <p:cNvSpPr txBox="1"/>
          <p:nvPr/>
        </p:nvSpPr>
        <p:spPr>
          <a:xfrm>
            <a:off x="5970308" y="3244334"/>
            <a:ext cx="59263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Constraints &amp; Non-Goals</a:t>
            </a:r>
          </a:p>
          <a:p>
            <a:endParaRPr lang="en-GB" dirty="0"/>
          </a:p>
          <a:p>
            <a:r>
              <a:rPr lang="en-US" dirty="0"/>
              <a:t>Constraints:</a:t>
            </a:r>
          </a:p>
          <a:p>
            <a:pPr marL="285750" indent="-285750">
              <a:buFontTx/>
              <a:buChar char="-"/>
            </a:pPr>
            <a:r>
              <a:rPr lang="en-US" dirty="0"/>
              <a:t>Limited budget as a student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Strict competition schedules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Sometimes needs reassurance before confirming bookings</a:t>
            </a:r>
          </a:p>
          <a:p>
            <a:r>
              <a:rPr lang="en-US" dirty="0"/>
              <a:t>Non-Goals:</a:t>
            </a:r>
          </a:p>
          <a:p>
            <a:pPr marL="285750" indent="-285750">
              <a:buFontTx/>
              <a:buChar char="-"/>
            </a:pPr>
            <a:r>
              <a:rPr lang="en-US" dirty="0"/>
              <a:t>Doesn’t need advanced management or admin features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Doesn’t want overly complicated travel descriptions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D7102-3668-3E3F-F259-D852B68E5C02}"/>
              </a:ext>
            </a:extLst>
          </p:cNvPr>
          <p:cNvSpPr txBox="1"/>
          <p:nvPr/>
        </p:nvSpPr>
        <p:spPr>
          <a:xfrm>
            <a:off x="6004873" y="-6053"/>
            <a:ext cx="5926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Pain Points</a:t>
            </a:r>
          </a:p>
          <a:p>
            <a:endParaRPr lang="en-GB" dirty="0"/>
          </a:p>
          <a:p>
            <a:r>
              <a:rPr lang="en-US" dirty="0"/>
              <a:t>Flight options can be confusing to compare</a:t>
            </a:r>
            <a:br>
              <a:rPr lang="en-US" dirty="0"/>
            </a:br>
            <a:r>
              <a:rPr lang="en-US" dirty="0"/>
              <a:t>Worries about booking the wrong time or airport</a:t>
            </a:r>
            <a:br>
              <a:rPr lang="en-US" dirty="0"/>
            </a:br>
            <a:r>
              <a:rPr lang="en-US" dirty="0"/>
              <a:t>Unclear summaries before payment make her anxious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698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319</Words>
  <Application>Microsoft Macintosh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Nikki Sanaei</dc:creator>
  <cp:lastModifiedBy>Nikki Sanaei</cp:lastModifiedBy>
  <cp:revision>2</cp:revision>
  <dcterms:created xsi:type="dcterms:W3CDTF">2026-02-25T19:21:51Z</dcterms:created>
  <dcterms:modified xsi:type="dcterms:W3CDTF">2026-02-25T19:24:41Z</dcterms:modified>
</cp:coreProperties>
</file>